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OFFLINE HAND GESTURE BASED</a:t>
            </a:r>
            <a:br/>
            <a:r>
              <a:t>LAPTOP CONTROL</a:t>
            </a:r>
          </a:p>
          <a:p>
            <a:pPr>
              <a:defRPr sz="2400"/>
            </a:pPr>
            <a:r>
              <a:t>Using Image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Webcam-based touchless laptop control.</a:t>
            </a:r>
          </a:p>
          <a:p>
            <a:pPr>
              <a:spcAft>
                <a:spcPts val="900"/>
              </a:spcAft>
              <a:defRPr sz="2000"/>
            </a:pPr>
            <a:r>
              <a:t>MediaPipe detects hand landmarks.</a:t>
            </a:r>
          </a:p>
          <a:p>
            <a:pPr>
              <a:spcAft>
                <a:spcPts val="900"/>
              </a:spcAft>
              <a:defRPr sz="2000"/>
            </a:pPr>
            <a:r>
              <a:t>Gestures are converted into local laptop commands.</a:t>
            </a:r>
          </a:p>
          <a:p>
            <a:pPr>
              <a:spcAft>
                <a:spcPts val="900"/>
              </a:spcAft>
              <a:defRPr sz="2000"/>
            </a:pPr>
            <a:r>
              <a:t>Designed for offline operation after setup.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Alternative to mouse, touchpad and keyboard interaction.</a:t>
            </a:r>
          </a:p>
          <a:p>
            <a:pPr>
              <a:spcAft>
                <a:spcPts val="900"/>
              </a:spcAft>
              <a:defRPr sz="2000"/>
            </a:pPr>
            <a:r>
              <a:t>Computer vision interprets selected hand gestures.</a:t>
            </a:r>
          </a:p>
          <a:p>
            <a:pPr>
              <a:spcAft>
                <a:spcPts val="900"/>
              </a:spcAft>
              <a:defRPr sz="2000"/>
            </a:pPr>
            <a:r>
              <a:t>Development: Colab testing → Windows local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Detect the hand.</a:t>
            </a:r>
          </a:p>
          <a:p>
            <a:pPr>
              <a:spcAft>
                <a:spcPts val="900"/>
              </a:spcAft>
              <a:defRPr sz="2000"/>
            </a:pPr>
            <a:r>
              <a:t>Identify landmarks and count fingers.</a:t>
            </a:r>
          </a:p>
          <a:p>
            <a:pPr>
              <a:spcAft>
                <a:spcPts val="900"/>
              </a:spcAft>
              <a:defRPr sz="2000"/>
            </a:pPr>
            <a:r>
              <a:t>Recognize predefined gestures.</a:t>
            </a:r>
          </a:p>
          <a:p>
            <a:pPr>
              <a:spcAft>
                <a:spcPts val="900"/>
              </a:spcAft>
              <a:defRPr sz="2000"/>
            </a:pPr>
            <a:r>
              <a:t>Control laptop functions touchlessly.</a:t>
            </a:r>
          </a:p>
          <a:p>
            <a:pPr>
              <a:spcAft>
                <a:spcPts val="900"/>
              </a:spcAft>
              <a:defRPr sz="2000"/>
            </a:pPr>
            <a:r>
              <a:t>Operate locally/offline.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System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Laptop/PC + webcam</a:t>
            </a:r>
          </a:p>
          <a:p>
            <a:pPr>
              <a:spcAft>
                <a:spcPts val="900"/>
              </a:spcAft>
              <a:defRPr sz="2000"/>
            </a:pPr>
            <a:r>
              <a:t>Python / Anaconda</a:t>
            </a:r>
          </a:p>
          <a:p>
            <a:pPr>
              <a:spcAft>
                <a:spcPts val="900"/>
              </a:spcAft>
              <a:defRPr sz="2000"/>
            </a:pPr>
            <a:r>
              <a:t>OpenCV, MediaPipe, PyAutoGUI</a:t>
            </a:r>
          </a:p>
          <a:p>
            <a:pPr>
              <a:spcAft>
                <a:spcPts val="900"/>
              </a:spcAft>
              <a:defRPr sz="2000"/>
            </a:pPr>
            <a:r>
              <a:t>hand_landmarker.task</a:t>
            </a:r>
          </a:p>
          <a:p>
            <a:pPr>
              <a:spcAft>
                <a:spcPts val="900"/>
              </a:spcAft>
              <a:defRPr sz="2000"/>
            </a:pPr>
            <a:r>
              <a:t>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Webcam → Image Capture</a:t>
            </a:r>
          </a:p>
          <a:p>
            <a:pPr>
              <a:spcAft>
                <a:spcPts val="900"/>
              </a:spcAft>
              <a:defRPr sz="2000"/>
            </a:pPr>
            <a:r>
              <a:t>↓</a:t>
            </a:r>
          </a:p>
          <a:p>
            <a:pPr>
              <a:spcAft>
                <a:spcPts val="900"/>
              </a:spcAft>
              <a:defRPr sz="2000"/>
            </a:pPr>
            <a:r>
              <a:t>MediaPipe Hand Landmarks</a:t>
            </a:r>
          </a:p>
          <a:p>
            <a:pPr>
              <a:spcAft>
                <a:spcPts val="900"/>
              </a:spcAft>
              <a:defRPr sz="2000"/>
            </a:pPr>
            <a:r>
              <a:t>↓</a:t>
            </a:r>
          </a:p>
          <a:p>
            <a:pPr>
              <a:spcAft>
                <a:spcPts val="900"/>
              </a:spcAft>
              <a:defRPr sz="2000"/>
            </a:pPr>
            <a:r>
              <a:t>Finger Counting / Movement Analysis</a:t>
            </a:r>
          </a:p>
          <a:p>
            <a:pPr>
              <a:spcAft>
                <a:spcPts val="900"/>
              </a:spcAft>
              <a:defRPr sz="2000"/>
            </a:pPr>
            <a:r>
              <a:t>↓</a:t>
            </a:r>
          </a:p>
          <a:p>
            <a:pPr>
              <a:spcAft>
                <a:spcPts val="900"/>
              </a:spcAft>
              <a:defRPr sz="2000"/>
            </a:pPr>
            <a:r>
              <a:t>Gesture Recognition → Command Mapping</a:t>
            </a:r>
          </a:p>
          <a:p>
            <a:pPr>
              <a:spcAft>
                <a:spcPts val="900"/>
              </a:spcAft>
              <a:defRPr sz="2000"/>
            </a:pPr>
            <a:r>
              <a:t>↓</a:t>
            </a:r>
          </a:p>
          <a:p>
            <a:pPr>
              <a:spcAft>
                <a:spcPts val="900"/>
              </a:spcAft>
              <a:defRPr sz="2000"/>
            </a:pPr>
            <a:r>
              <a:t>PyAutoGUI → Laptop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Working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1. Capture frame</a:t>
            </a:r>
          </a:p>
          <a:p>
            <a:pPr>
              <a:spcAft>
                <a:spcPts val="900"/>
              </a:spcAft>
              <a:defRPr sz="2000"/>
            </a:pPr>
            <a:r>
              <a:t>2. Prepare frame</a:t>
            </a:r>
          </a:p>
          <a:p>
            <a:pPr>
              <a:spcAft>
                <a:spcPts val="900"/>
              </a:spcAft>
              <a:defRPr sz="2000"/>
            </a:pPr>
            <a:r>
              <a:t>3. Detect landmarks</a:t>
            </a:r>
          </a:p>
          <a:p>
            <a:pPr>
              <a:spcAft>
                <a:spcPts val="900"/>
              </a:spcAft>
              <a:defRPr sz="2000"/>
            </a:pPr>
            <a:r>
              <a:t>4. Count fingers / analyze movement</a:t>
            </a:r>
          </a:p>
          <a:p>
            <a:pPr>
              <a:spcAft>
                <a:spcPts val="900"/>
              </a:spcAft>
              <a:defRPr sz="2000"/>
            </a:pPr>
            <a:r>
              <a:t>5. Recognize gesture</a:t>
            </a:r>
          </a:p>
          <a:p>
            <a:pPr>
              <a:spcAft>
                <a:spcPts val="900"/>
              </a:spcAft>
              <a:defRPr sz="2000"/>
            </a:pPr>
            <a:r>
              <a:t>6. Map command</a:t>
            </a:r>
          </a:p>
          <a:p>
            <a:pPr>
              <a:spcAft>
                <a:spcPts val="900"/>
              </a:spcAft>
              <a:defRPr sz="2000"/>
            </a:pPr>
            <a:r>
              <a:t>7. Execute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Gesture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1 finger → Mouse movement</a:t>
            </a:r>
          </a:p>
          <a:p>
            <a:pPr>
              <a:spcAft>
                <a:spcPts val="900"/>
              </a:spcAft>
              <a:defRPr sz="2000"/>
            </a:pPr>
            <a:r>
              <a:t>2 fingers → Left click</a:t>
            </a:r>
          </a:p>
          <a:p>
            <a:pPr>
              <a:spcAft>
                <a:spcPts val="900"/>
              </a:spcAft>
              <a:defRPr sz="2000"/>
            </a:pPr>
            <a:r>
              <a:t>3 fingers → Scroll</a:t>
            </a:r>
          </a:p>
          <a:p>
            <a:pPr>
              <a:spcAft>
                <a:spcPts val="900"/>
              </a:spcAft>
              <a:defRPr sz="2000"/>
            </a:pPr>
            <a:r>
              <a:t>4 + right swipe → Next track</a:t>
            </a:r>
          </a:p>
          <a:p>
            <a:pPr>
              <a:spcAft>
                <a:spcPts val="900"/>
              </a:spcAft>
              <a:defRPr sz="2000"/>
            </a:pPr>
            <a:r>
              <a:t>4 + left swipe → Previous track</a:t>
            </a:r>
          </a:p>
          <a:p>
            <a:pPr>
              <a:spcAft>
                <a:spcPts val="900"/>
              </a:spcAft>
              <a:defRPr sz="2000"/>
            </a:pPr>
            <a:r>
              <a:t>Fist → ESC</a:t>
            </a:r>
          </a:p>
          <a:p>
            <a:pPr>
              <a:spcAft>
                <a:spcPts val="900"/>
              </a:spcAft>
              <a:defRPr sz="2000"/>
            </a:pPr>
            <a:r>
              <a:t>5 fingers → Play / Pause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Python</a:t>
            </a:r>
          </a:p>
          <a:p>
            <a:pPr>
              <a:spcAft>
                <a:spcPts val="900"/>
              </a:spcAft>
              <a:defRPr sz="2000"/>
            </a:pPr>
            <a:r>
              <a:t>OpenCV</a:t>
            </a:r>
          </a:p>
          <a:p>
            <a:pPr>
              <a:spcAft>
                <a:spcPts val="900"/>
              </a:spcAft>
              <a:defRPr sz="2000"/>
            </a:pPr>
            <a:r>
              <a:t>MediaPipe Hand Landmarker</a:t>
            </a:r>
          </a:p>
          <a:p>
            <a:pPr>
              <a:spcAft>
                <a:spcPts val="900"/>
              </a:spcAft>
              <a:defRPr sz="2000"/>
            </a:pPr>
            <a:r>
              <a:t>PyAutoGUI</a:t>
            </a:r>
          </a:p>
          <a:p>
            <a:pPr>
              <a:spcAft>
                <a:spcPts val="900"/>
              </a:spcAft>
              <a:defRPr sz="2000"/>
            </a:pPr>
            <a:r>
              <a:t>Anaconda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Testing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Webcam and hand detection tested.</a:t>
            </a:r>
          </a:p>
          <a:p>
            <a:pPr>
              <a:spcAft>
                <a:spcPts val="900"/>
              </a:spcAft>
              <a:defRPr sz="2000"/>
            </a:pPr>
            <a:r>
              <a:t>Finger counting tested.</a:t>
            </a:r>
          </a:p>
          <a:p>
            <a:pPr>
              <a:spcAft>
                <a:spcPts val="900"/>
              </a:spcAft>
              <a:defRPr sz="2000"/>
            </a:pPr>
            <a:r>
              <a:t>Mouse movement and left click tested.</a:t>
            </a:r>
          </a:p>
          <a:p>
            <a:pPr>
              <a:spcAft>
                <a:spcPts val="900"/>
              </a:spcAft>
              <a:defRPr sz="2000"/>
            </a:pPr>
            <a:r>
              <a:t>Scrolling tested.</a:t>
            </a:r>
          </a:p>
          <a:p>
            <a:pPr>
              <a:spcAft>
                <a:spcPts val="900"/>
              </a:spcAft>
              <a:defRPr sz="2000"/>
            </a:pPr>
            <a:r>
              <a:t>Track and media controls tested.</a:t>
            </a:r>
          </a:p>
          <a:p>
            <a:pPr>
              <a:spcAft>
                <a:spcPts val="900"/>
              </a:spcAft>
              <a:defRPr sz="2000"/>
            </a:pPr>
            <a:r>
              <a:t>Q key exits the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Advantages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Advantages: touchless, local/offline, webcam-based, extensible.</a:t>
            </a:r>
          </a:p>
          <a:p>
            <a:pPr>
              <a:spcAft>
                <a:spcPts val="900"/>
              </a:spcAft>
              <a:defRPr sz="2000"/>
            </a:pPr>
            <a:r>
              <a:t>Limitations: lighting, occlusion and fast movements can affect recognition.</a:t>
            </a:r>
          </a:p>
          <a:p>
            <a:pPr>
              <a:spcAft>
                <a:spcPts val="900"/>
              </a:spcAft>
              <a:defRPr sz="2000"/>
            </a:pPr>
            <a:r>
              <a:t>Predefined gestures are currently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Future Enhancement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Multiple-hand support</a:t>
            </a:r>
          </a:p>
          <a:p>
            <a:pPr>
              <a:spcAft>
                <a:spcPts val="900"/>
              </a:spcAft>
              <a:defRPr sz="2000"/>
            </a:pPr>
            <a:r>
              <a:t>Custom gesture mapping</a:t>
            </a:r>
          </a:p>
          <a:p>
            <a:pPr>
              <a:spcAft>
                <a:spcPts val="900"/>
              </a:spcAft>
              <a:defRPr sz="2000"/>
            </a:pPr>
            <a:r>
              <a:t>Better calibration and confidence feedback</a:t>
            </a:r>
          </a:p>
          <a:p>
            <a:pPr>
              <a:spcAft>
                <a:spcPts val="900"/>
              </a:spcAft>
              <a:defRPr sz="2000"/>
            </a:pPr>
            <a:r>
              <a:t>More system/application controls</a:t>
            </a:r>
          </a:p>
          <a:p>
            <a:pPr>
              <a:spcAft>
                <a:spcPts val="900"/>
              </a:spcAft>
              <a:defRPr sz="2000"/>
            </a:pPr>
            <a:r>
              <a:t>The prototype demonstrates practical offline gesture-based laptop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Viva — Quick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Input → Live webcam video</a:t>
            </a:r>
          </a:p>
          <a:p>
            <a:pPr>
              <a:spcAft>
                <a:spcPts val="900"/>
              </a:spcAft>
              <a:defRPr sz="2000"/>
            </a:pPr>
            <a:r>
              <a:t>Detection → MediaPipe Hand Landmarker</a:t>
            </a:r>
          </a:p>
          <a:p>
            <a:pPr>
              <a:spcAft>
                <a:spcPts val="900"/>
              </a:spcAft>
              <a:defRPr sz="2000"/>
            </a:pPr>
            <a:r>
              <a:t>Image processing → OpenCV</a:t>
            </a:r>
          </a:p>
          <a:p>
            <a:pPr>
              <a:spcAft>
                <a:spcPts val="900"/>
              </a:spcAft>
              <a:defRPr sz="2000"/>
            </a:pPr>
            <a:r>
              <a:t>Laptop control → PyAutoGUI</a:t>
            </a:r>
          </a:p>
          <a:p>
            <a:pPr>
              <a:spcAft>
                <a:spcPts val="900"/>
              </a:spcAft>
              <a:defRPr sz="2000"/>
            </a:pPr>
            <a:r>
              <a:t>Why offline? → Final processing runs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